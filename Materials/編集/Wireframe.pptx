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F6F549-EC20-50A0-D871-453A40AE2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547AF8-1946-DD70-2D58-33455D689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B61F92-9D53-4909-35C3-6AA7313E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862EB6-FCB4-3DDA-2A5D-30166A94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AF6CB7-C893-68A5-3A7E-92082703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39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C57F6C-8E31-0E1C-A193-E05F7135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FDF20D-8738-A6A1-97C1-D2192942F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DC8064-61EB-2E06-FDA2-77506965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7C973E-11CE-B7E3-4299-469A76B2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41D2BD-75D9-1CC2-06D8-2D2CFB1C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63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E1066A-893F-700A-6DF3-06BDC310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117397-89D6-1D5A-71FA-3C8EC2B34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8E1A44-2B0A-BC30-BF0C-0EB92A64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4FED46-8A9D-D6A0-DE02-46E3D925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A0D415-AC71-26C3-E2A6-76643832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80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A1EAB8-16A1-1038-2F21-14B5BE73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C9AEB2-4DBB-54A6-AF93-3BDF82BA0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5FEC68-5C03-0B75-9E5A-FDD85B28D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8E5CD4-59A5-DB21-052F-4E754DCE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C53CD7-B9E3-02D6-97FD-37907A2B5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803214-85F6-6649-4816-53E1BC24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9648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50AE4-80FC-2197-1470-23FC4951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2F2553-01D7-1C8E-77E1-0AFBB787A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7D07C8E-4CF5-2182-C258-78F9C1D9C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CCC3AA-0336-96E8-BDE9-5AB812D9E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5DD840-16C2-F54B-FEBB-B573B7609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206561C-1356-5FBF-A81F-194C670C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413D177-4A49-5272-803E-3BFDE980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230C35-54E7-C6D4-3A7D-A1358668D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4163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59B86-FB27-B3C0-8A8B-4F9D0CBA3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BB51066-11EE-0D8B-AAE1-ADDDCDC52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80837A-2985-4D4E-0EA9-290EC202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EF49E3-43A1-0D3D-18CA-6763A7D9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86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50282AA-5FB6-D23A-9110-D91FEF14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D22080-58A0-8691-4FFC-732D02516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B184BD-B860-401D-8843-59D181C5E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9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8B2D2F-70C9-2EB6-66FA-692B7B920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415724-607B-8AB7-5F92-9775EA6F5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D21668A-9F0F-2A00-4C25-F3D8CFF00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D8CB17-5E7C-817E-5B21-F08D6BAB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87EF45-977E-CC93-5AE3-1A01BB00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5B9194-4458-239F-EAE3-40B465F5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2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ED4FDB-B92D-68CB-CD72-E7A19562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01E4D33-BECE-8335-D5BB-41DF78D749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87F7EC-50F3-83B8-C71E-CDCC70794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94B205-8666-C05B-B85F-6BDEE104A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090395-4E37-505F-8EB1-79A16410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1F9324A-0BF9-C402-BD2A-63A3D7979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574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F07364-FBC1-A9BD-41C1-B23796AF5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E6F1A2-60F6-3FE0-BE4C-A9BC70C49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563760-6FC3-D7A4-8893-C3A17C986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6E5819-4227-2A7F-44F6-471AC6AF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453603-A46E-509B-75B6-531F1AFE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56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310D57-D66A-71B7-47DC-83D77A60D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F16F32-275B-6B6F-4E9E-31ED281F4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4BF0E2-196E-AF5D-28A2-4CB76A86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2B9D99-4957-5B12-1AEE-62940127D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93D09A-030C-1DC2-F347-F95D2585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183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BB17F77-9184-5A73-73BF-D7893BB5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A97717-FB54-2252-60D0-294537D6E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A971F5-33FB-D687-5069-EA36F0E35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343BC-399E-A94E-A8F9-86052817A4DB}" type="datetimeFigureOut"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350D9-0621-BE8C-8414-9EE80C9E1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9A943D-E3DF-E071-56AA-BE46707D7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C42A7-C876-6245-9918-4BCB46C4EB3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321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54D1B19-D6ED-3373-E430-29F0CE1C1602}"/>
              </a:ext>
            </a:extLst>
          </p:cNvPr>
          <p:cNvSpPr/>
          <p:nvPr/>
        </p:nvSpPr>
        <p:spPr>
          <a:xfrm>
            <a:off x="4193628" y="315310"/>
            <a:ext cx="3804744" cy="64218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3CB52C-E160-D894-7499-A99757A47AD7}"/>
              </a:ext>
            </a:extLst>
          </p:cNvPr>
          <p:cNvSpPr txBox="1"/>
          <p:nvPr/>
        </p:nvSpPr>
        <p:spPr>
          <a:xfrm>
            <a:off x="241738" y="31531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ワイヤーフレーム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1C8C6A-0ED5-D9FE-894D-57218535A5D5}"/>
              </a:ext>
            </a:extLst>
          </p:cNvPr>
          <p:cNvSpPr txBox="1"/>
          <p:nvPr/>
        </p:nvSpPr>
        <p:spPr>
          <a:xfrm>
            <a:off x="4849505" y="49997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画像ダジャレメーカー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0AAFCE5B-90FB-53EC-5DF2-210E2E6940D4}"/>
              </a:ext>
            </a:extLst>
          </p:cNvPr>
          <p:cNvSpPr/>
          <p:nvPr/>
        </p:nvSpPr>
        <p:spPr>
          <a:xfrm>
            <a:off x="4456386" y="1053974"/>
            <a:ext cx="1566042" cy="43092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画像を読み込む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80B68450-97D6-1AB0-84EA-6632CFB28447}"/>
              </a:ext>
            </a:extLst>
          </p:cNvPr>
          <p:cNvSpPr/>
          <p:nvPr/>
        </p:nvSpPr>
        <p:spPr>
          <a:xfrm>
            <a:off x="6190593" y="1053974"/>
            <a:ext cx="1545021" cy="43092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/>
              <a:t>クリア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7FAFB08-6A4F-6592-DD4E-5E917983AD81}"/>
              </a:ext>
            </a:extLst>
          </p:cNvPr>
          <p:cNvSpPr/>
          <p:nvPr/>
        </p:nvSpPr>
        <p:spPr>
          <a:xfrm>
            <a:off x="4456386" y="1663574"/>
            <a:ext cx="3279228" cy="224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B81D570-C44B-47E8-F232-BF213402AD0B}"/>
              </a:ext>
            </a:extLst>
          </p:cNvPr>
          <p:cNvSpPr/>
          <p:nvPr/>
        </p:nvSpPr>
        <p:spPr>
          <a:xfrm>
            <a:off x="4456386" y="5415455"/>
            <a:ext cx="3279228" cy="1018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32A4568-BCF5-0E90-AB1F-AF62760874E8}"/>
              </a:ext>
            </a:extLst>
          </p:cNvPr>
          <p:cNvSpPr/>
          <p:nvPr/>
        </p:nvSpPr>
        <p:spPr>
          <a:xfrm>
            <a:off x="4456386" y="4532837"/>
            <a:ext cx="3279228" cy="336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9A2E50-1FED-D762-7358-3DB3EB5F771D}"/>
              </a:ext>
            </a:extLst>
          </p:cNvPr>
          <p:cNvSpPr txBox="1"/>
          <p:nvPr/>
        </p:nvSpPr>
        <p:spPr>
          <a:xfrm>
            <a:off x="4456386" y="415129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認識した言葉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DE15A4F-BB70-5318-9284-813C49919718}"/>
              </a:ext>
            </a:extLst>
          </p:cNvPr>
          <p:cNvSpPr txBox="1"/>
          <p:nvPr/>
        </p:nvSpPr>
        <p:spPr>
          <a:xfrm>
            <a:off x="4456386" y="5083101"/>
            <a:ext cx="1790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/>
              <a:t>AI</a:t>
            </a:r>
            <a:r>
              <a:rPr lang="ja-JP" altLang="en-US" sz="1400"/>
              <a:t>が考えたダジャレ</a:t>
            </a:r>
            <a:endParaRPr kumimoji="1" lang="ja-JP" altLang="en-US" sz="1400"/>
          </a:p>
        </p:txBody>
      </p:sp>
      <p:sp>
        <p:nvSpPr>
          <p:cNvPr id="15" name="線吹き出し 1 (枠付き) 14">
            <a:extLst>
              <a:ext uri="{FF2B5EF4-FFF2-40B4-BE49-F238E27FC236}">
                <a16:creationId xmlns:a16="http://schemas.microsoft.com/office/drawing/2014/main" id="{F4BDDA56-6D5E-EDA9-6067-023F7B73516A}"/>
              </a:ext>
            </a:extLst>
          </p:cNvPr>
          <p:cNvSpPr/>
          <p:nvPr/>
        </p:nvSpPr>
        <p:spPr>
          <a:xfrm>
            <a:off x="241738" y="869308"/>
            <a:ext cx="3296013" cy="1684706"/>
          </a:xfrm>
          <a:prstGeom prst="borderCallout1">
            <a:avLst>
              <a:gd name="adj1" fmla="val 51819"/>
              <a:gd name="adj2" fmla="val 99003"/>
              <a:gd name="adj3" fmla="val 25647"/>
              <a:gd name="adj4" fmla="val 128732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</a:rPr>
              <a:t>画像を読み込むボタン</a:t>
            </a:r>
            <a:endParaRPr kumimoji="1" lang="en-US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クリックして画像を読み込みます。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kumimoji="1" lang="ja-JP" altLang="en-US" sz="1400">
                <a:solidFill>
                  <a:schemeClr val="tx1"/>
                </a:solidFill>
              </a:rPr>
              <a:t>読み込んだ画像は</a:t>
            </a:r>
            <a:r>
              <a:rPr kumimoji="1" lang="en" altLang="ja-JP" sz="1400" strike="sngStrike">
                <a:solidFill>
                  <a:schemeClr val="tx1"/>
                </a:solidFill>
              </a:rPr>
              <a:t>Google Cloud Vision </a:t>
            </a:r>
            <a:r>
              <a:rPr kumimoji="1" lang="ja-JP" altLang="en-US" sz="1400" strike="sngStrike">
                <a:solidFill>
                  <a:schemeClr val="tx1"/>
                </a:solidFill>
              </a:rPr>
              <a:t>の</a:t>
            </a:r>
            <a:r>
              <a:rPr kumimoji="1" lang="en-US" altLang="ja-JP" sz="1400" strike="sngStrike">
                <a:solidFill>
                  <a:schemeClr val="tx1"/>
                </a:solidFill>
              </a:rPr>
              <a:t>API</a:t>
            </a:r>
            <a:r>
              <a:rPr kumimoji="1" lang="ja-JP" altLang="en-US" sz="1400" strike="sngStrike">
                <a:solidFill>
                  <a:schemeClr val="tx1"/>
                </a:solidFill>
              </a:rPr>
              <a:t>によって</a:t>
            </a:r>
            <a:r>
              <a:rPr kumimoji="1" lang="en-US" altLang="ja-JP" sz="1400">
                <a:solidFill>
                  <a:schemeClr val="tx1"/>
                </a:solidFill>
              </a:rPr>
              <a:t> MediaPipe Object Detector</a:t>
            </a:r>
            <a:r>
              <a:rPr kumimoji="1" lang="ja-JP" altLang="en-US" sz="1400">
                <a:solidFill>
                  <a:schemeClr val="tx1"/>
                </a:solidFill>
              </a:rPr>
              <a:t>にてラベル検出され、画像の名称を検出します。</a:t>
            </a:r>
          </a:p>
        </p:txBody>
      </p:sp>
      <p:sp>
        <p:nvSpPr>
          <p:cNvPr id="16" name="線吹き出し 1 (枠付き) 15">
            <a:extLst>
              <a:ext uri="{FF2B5EF4-FFF2-40B4-BE49-F238E27FC236}">
                <a16:creationId xmlns:a16="http://schemas.microsoft.com/office/drawing/2014/main" id="{5AD9A733-200F-F762-F405-B2A4ABD344B7}"/>
              </a:ext>
            </a:extLst>
          </p:cNvPr>
          <p:cNvSpPr/>
          <p:nvPr/>
        </p:nvSpPr>
        <p:spPr>
          <a:xfrm>
            <a:off x="265519" y="3461634"/>
            <a:ext cx="3296013" cy="1684706"/>
          </a:xfrm>
          <a:prstGeom prst="borderCallout1">
            <a:avLst>
              <a:gd name="adj1" fmla="val 51819"/>
              <a:gd name="adj2" fmla="val 99003"/>
              <a:gd name="adj3" fmla="val -32997"/>
              <a:gd name="adj4" fmla="val 136704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</a:rPr>
              <a:t>画像表示領域</a:t>
            </a:r>
            <a:endParaRPr kumimoji="1" lang="en-US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読み込まれた画像を画像表示領域に表示させます。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kumimoji="1" lang="ja-JP" altLang="en-US" sz="1400">
                <a:solidFill>
                  <a:schemeClr val="tx1"/>
                </a:solidFill>
              </a:rPr>
              <a:t>何も入っていない時やクリアされた時は中央に「画像を読み込んでください」と表示されます。</a:t>
            </a:r>
          </a:p>
        </p:txBody>
      </p:sp>
      <p:sp>
        <p:nvSpPr>
          <p:cNvPr id="17" name="線吹き出し 1 (枠付き) 16">
            <a:extLst>
              <a:ext uri="{FF2B5EF4-FFF2-40B4-BE49-F238E27FC236}">
                <a16:creationId xmlns:a16="http://schemas.microsoft.com/office/drawing/2014/main" id="{7F63E09F-54A2-87B5-7DBA-EB7E8153663A}"/>
              </a:ext>
            </a:extLst>
          </p:cNvPr>
          <p:cNvSpPr/>
          <p:nvPr/>
        </p:nvSpPr>
        <p:spPr>
          <a:xfrm>
            <a:off x="8271641" y="480425"/>
            <a:ext cx="3678621" cy="1183149"/>
          </a:xfrm>
          <a:prstGeom prst="borderCallout1">
            <a:avLst>
              <a:gd name="adj1" fmla="val 51195"/>
              <a:gd name="adj2" fmla="val -488"/>
              <a:gd name="adj3" fmla="val 64002"/>
              <a:gd name="adj4" fmla="val -20185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</a:rPr>
              <a:t>クリアボタン</a:t>
            </a:r>
            <a:endParaRPr kumimoji="1" lang="en-US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画像表示領域、認識した言葉表示領域、</a:t>
            </a:r>
            <a:r>
              <a:rPr lang="en-US" altLang="ja-JP" sz="1400">
                <a:solidFill>
                  <a:schemeClr val="tx1"/>
                </a:solidFill>
              </a:rPr>
              <a:t>AI</a:t>
            </a:r>
            <a:r>
              <a:rPr lang="ja-JP" altLang="en-US" sz="1400">
                <a:solidFill>
                  <a:schemeClr val="tx1"/>
                </a:solidFill>
              </a:rPr>
              <a:t>が考えたダジャレ結果領域、全ての情報を消去します。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8" name="線吹き出し 1 (枠付き) 17">
            <a:extLst>
              <a:ext uri="{FF2B5EF4-FFF2-40B4-BE49-F238E27FC236}">
                <a16:creationId xmlns:a16="http://schemas.microsoft.com/office/drawing/2014/main" id="{A43BF018-0D95-57FA-0EFE-3F186225F0BD}"/>
              </a:ext>
            </a:extLst>
          </p:cNvPr>
          <p:cNvSpPr/>
          <p:nvPr/>
        </p:nvSpPr>
        <p:spPr>
          <a:xfrm>
            <a:off x="8271641" y="2792701"/>
            <a:ext cx="3678621" cy="1561521"/>
          </a:xfrm>
          <a:prstGeom prst="borderCallout1">
            <a:avLst>
              <a:gd name="adj1" fmla="val 51195"/>
              <a:gd name="adj2" fmla="val -488"/>
              <a:gd name="adj3" fmla="val 127962"/>
              <a:gd name="adj4" fmla="val -20471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>
                <a:solidFill>
                  <a:schemeClr val="tx1"/>
                </a:solidFill>
              </a:rPr>
              <a:t>認識した言葉表示領域</a:t>
            </a:r>
            <a:endParaRPr lang="en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ラベル検出された画像の名称を表示します。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英語の場合は日本語に翻訳します。</a:t>
            </a:r>
          </a:p>
        </p:txBody>
      </p:sp>
      <p:sp>
        <p:nvSpPr>
          <p:cNvPr id="19" name="線吹き出し 1 (枠付き) 18">
            <a:extLst>
              <a:ext uri="{FF2B5EF4-FFF2-40B4-BE49-F238E27FC236}">
                <a16:creationId xmlns:a16="http://schemas.microsoft.com/office/drawing/2014/main" id="{548429FB-8E14-B922-DA32-871A0D84DF99}"/>
              </a:ext>
            </a:extLst>
          </p:cNvPr>
          <p:cNvSpPr/>
          <p:nvPr/>
        </p:nvSpPr>
        <p:spPr>
          <a:xfrm>
            <a:off x="8282152" y="4726604"/>
            <a:ext cx="3678621" cy="1707620"/>
          </a:xfrm>
          <a:prstGeom prst="borderCallout1">
            <a:avLst>
              <a:gd name="adj1" fmla="val 51195"/>
              <a:gd name="adj2" fmla="val -488"/>
              <a:gd name="adj3" fmla="val 83545"/>
              <a:gd name="adj4" fmla="val -19614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400">
                <a:solidFill>
                  <a:schemeClr val="tx1"/>
                </a:solidFill>
              </a:rPr>
              <a:t>AI</a:t>
            </a:r>
            <a:r>
              <a:rPr lang="ja-JP" altLang="en-US" sz="1400">
                <a:solidFill>
                  <a:schemeClr val="tx1"/>
                </a:solidFill>
              </a:rPr>
              <a:t>が考えたダジャレ結果領域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認識した言葉領域に入った言葉（日本語）を元に、</a:t>
            </a:r>
            <a:r>
              <a:rPr lang="en-US" altLang="ja-JP" sz="1400">
                <a:solidFill>
                  <a:schemeClr val="tx1"/>
                </a:solidFill>
              </a:rPr>
              <a:t>API</a:t>
            </a:r>
            <a:r>
              <a:rPr lang="ja-JP" altLang="en-US" sz="1400">
                <a:solidFill>
                  <a:schemeClr val="tx1"/>
                </a:solidFill>
              </a:rPr>
              <a:t>経由で</a:t>
            </a:r>
            <a:r>
              <a:rPr lang="en-US" altLang="ja-JP" sz="1400">
                <a:solidFill>
                  <a:schemeClr val="tx1"/>
                </a:solidFill>
              </a:rPr>
              <a:t>AI</a:t>
            </a:r>
            <a:r>
              <a:rPr lang="ja-JP" altLang="en-US" sz="1400">
                <a:solidFill>
                  <a:schemeClr val="tx1"/>
                </a:solidFill>
              </a:rPr>
              <a:t>にダジャレを考えさせます。その結果をの領域にテキスト表示させます。</a:t>
            </a:r>
            <a:endParaRPr lang="en-US" altLang="ja-JP" sz="1400">
              <a:solidFill>
                <a:schemeClr val="tx1"/>
              </a:solidFill>
            </a:endParaRPr>
          </a:p>
          <a:p>
            <a:r>
              <a:rPr lang="ja-JP" altLang="en-US" sz="1400">
                <a:solidFill>
                  <a:schemeClr val="tx1"/>
                </a:solidFill>
              </a:rPr>
              <a:t>（</a:t>
            </a:r>
            <a:r>
              <a:rPr lang="en-US" altLang="ja-JP" sz="1400">
                <a:solidFill>
                  <a:schemeClr val="tx1"/>
                </a:solidFill>
              </a:rPr>
              <a:t>Open AI </a:t>
            </a:r>
            <a:r>
              <a:rPr lang="ja-JP" altLang="en-US" sz="1400">
                <a:solidFill>
                  <a:schemeClr val="tx1"/>
                </a:solidFill>
              </a:rPr>
              <a:t>を利用）</a:t>
            </a:r>
          </a:p>
        </p:txBody>
      </p:sp>
    </p:spTree>
    <p:extLst>
      <p:ext uri="{BB962C8B-B14F-4D97-AF65-F5344CB8AC3E}">
        <p14:creationId xmlns:p14="http://schemas.microsoft.com/office/powerpoint/2010/main" val="4120899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178</Words>
  <Application>Microsoft Macintosh PowerPoint</Application>
  <PresentationFormat>ワイド画面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健太 藤原</dc:creator>
  <cp:lastModifiedBy>健太 藤原</cp:lastModifiedBy>
  <cp:revision>3</cp:revision>
  <dcterms:created xsi:type="dcterms:W3CDTF">2025-12-14T00:26:46Z</dcterms:created>
  <dcterms:modified xsi:type="dcterms:W3CDTF">2025-12-15T09:43:40Z</dcterms:modified>
</cp:coreProperties>
</file>